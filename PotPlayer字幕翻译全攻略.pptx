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3" r:id="rId10"/>
    <p:sldId id="264" r:id="rId11"/>
    <p:sldId id="266" r:id="rId12"/>
    <p:sldId id="267" r:id="rId13"/>
    <p:sldId id="274" r:id="rId14"/>
    <p:sldId id="277" r:id="rId15"/>
  </p:sldIdLst>
  <p:sldSz cx="12192000" cy="6858000"/>
  <p:notesSz cx="6858000" cy="12192000"/>
  <p:embeddedFontLst>
    <p:embeddedFont>
      <p:font typeface="MiSans" panose="02010600030101010101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34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0EA8-A55F-DE44-9AE3-0E5CF694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22279-437C-D35A-77A8-E75FB7BEA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B8EA2-8C00-B95E-039E-A07A74AD2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2F3C9-8114-FD84-F159-DB7FF3250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38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10E87-E86D-7D92-94D8-2F45B79F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BBD0B-8FFD-DC43-F5A4-B442DFD8A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A16BA-DC30-840A-B59E-3B947F595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FDB9C-1ED7-AEA3-4918-DFFA48612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87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BA2F-B524-9079-D4A1-0EDD0B19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100C6-53C2-7ADF-3F63-CFE27227A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59C02-F799-64D8-8778-2AA68383B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5B4A8-68C6-FF84-10EB-BEF8B4851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1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chen310/BilibiliPotPlayer" TargetMode="External"/><Relationship Id="rId4" Type="http://schemas.openxmlformats.org/officeDocument/2006/relationships/hyperlink" Target="https://github.com/castlepower666/potplayer-plugin-aitranslat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xHzTBfEBM/?spm_id_from=333.1387.homepage.video_card.click&amp;vd_source=5158fccbb043d9b8dede38e778192ae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deepseek.com/usag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siliconflow.cn/me/model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gml-org/whisper.c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en310/BilibiliPotPlaye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stlepower666/potplayer-plugin-aitranslat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en310/BilibiliPotPlaye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6370" y="1875155"/>
            <a:ext cx="8450295" cy="2274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PotPlayer字幕翻译全攻略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978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6741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5675" y="616648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4394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13157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pic>
        <p:nvPicPr>
          <p:cNvPr id="12" name="Image 0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3"/>
          <a:srcRect l="57" r="57"/>
          <a:stretch/>
        </p:blipFill>
        <p:spPr>
          <a:xfrm>
            <a:off x="4134770" y="3429000"/>
            <a:ext cx="3049730" cy="49911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73507" y="3510280"/>
            <a:ext cx="2710968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dirty="0" err="1">
                <a:solidFill>
                  <a:schemeClr val="bg1"/>
                </a:solidFill>
              </a:rPr>
              <a:t>Github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castlepower666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Image 1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3"/>
          <a:srcRect l="57" r="57"/>
          <a:stretch/>
        </p:blipFill>
        <p:spPr>
          <a:xfrm>
            <a:off x="4564095" y="4149725"/>
            <a:ext cx="2110105" cy="4991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6010" y="4231005"/>
            <a:ext cx="196151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B</a:t>
            </a:r>
            <a:r>
              <a:rPr lang="zh-CN" altLang="en-US" sz="1600" dirty="0">
                <a:solidFill>
                  <a:schemeClr val="bg1"/>
                </a:solidFill>
              </a:rPr>
              <a:t>站：银山公爵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pic>
        <p:nvPicPr>
          <p:cNvPr id="16" name="Image 2" descr="https://kimi-img.moonshot.cn/pub/slides/slides_tmpl/image/25-09-05-14:16:05-d2t809dnfo2stf9dim1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545705" y="0"/>
            <a:ext cx="3954145" cy="18751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36980"/>
            <a:ext cx="1186815" cy="469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82025" y="806688"/>
            <a:ext cx="2261870" cy="910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5-14:16:05-d2t809dnfo2stf9dim10.jpg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935990" y="1819910"/>
            <a:ext cx="19050" cy="33909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4:16:05-d2t809dnfo2stf9dim2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249" y="2361280"/>
            <a:ext cx="1872615" cy="175323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4:16:05-d2t809dnfo2stf9dim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862" y="2356200"/>
            <a:ext cx="1882775" cy="175387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4:16:05-d2t809dnfo2stf9dim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863" y="2356200"/>
            <a:ext cx="1882775" cy="175387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4:16:05-d2t809dnfo2stf9dim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476" y="2356200"/>
            <a:ext cx="1882775" cy="1753870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1828014" y="2493913"/>
            <a:ext cx="652471" cy="598996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8"/>
          <p:cNvSpPr/>
          <p:nvPr/>
        </p:nvSpPr>
        <p:spPr>
          <a:xfrm>
            <a:off x="1828014" y="2493913"/>
            <a:ext cx="652471" cy="59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1469402" y="3139155"/>
            <a:ext cx="136969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工具速览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4064321" y="2498358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Text 11"/>
          <p:cNvSpPr/>
          <p:nvPr/>
        </p:nvSpPr>
        <p:spPr>
          <a:xfrm>
            <a:off x="4064321" y="2498358"/>
            <a:ext cx="652471" cy="59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3667927" y="3144235"/>
            <a:ext cx="144526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外挂字幕翻译</a:t>
            </a:r>
            <a:endParaRPr lang="en-US" sz="1600" dirty="0"/>
          </a:p>
        </p:txBody>
      </p:sp>
      <p:sp>
        <p:nvSpPr>
          <p:cNvPr id="24" name="Shape 13"/>
          <p:cNvSpPr/>
          <p:nvPr/>
        </p:nvSpPr>
        <p:spPr>
          <a:xfrm>
            <a:off x="6300628" y="2493913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Text 14"/>
          <p:cNvSpPr/>
          <p:nvPr/>
        </p:nvSpPr>
        <p:spPr>
          <a:xfrm>
            <a:off x="6300628" y="2493913"/>
            <a:ext cx="652471" cy="59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5"/>
          <p:cNvSpPr/>
          <p:nvPr/>
        </p:nvSpPr>
        <p:spPr>
          <a:xfrm>
            <a:off x="5845678" y="3130287"/>
            <a:ext cx="1562370" cy="330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无字幕视频翻译</a:t>
            </a:r>
            <a:endParaRPr lang="en-US" sz="1600" dirty="0"/>
          </a:p>
        </p:txBody>
      </p:sp>
      <p:sp>
        <p:nvSpPr>
          <p:cNvPr id="27" name="Shape 16"/>
          <p:cNvSpPr/>
          <p:nvPr/>
        </p:nvSpPr>
        <p:spPr>
          <a:xfrm>
            <a:off x="8542015" y="2493913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17"/>
          <p:cNvSpPr/>
          <p:nvPr/>
        </p:nvSpPr>
        <p:spPr>
          <a:xfrm>
            <a:off x="8542015" y="2493913"/>
            <a:ext cx="652471" cy="59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</a:p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29" name="Text 18"/>
          <p:cNvSpPr/>
          <p:nvPr/>
        </p:nvSpPr>
        <p:spPr>
          <a:xfrm>
            <a:off x="8055132" y="3139155"/>
            <a:ext cx="1626235" cy="330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B站生肉视频翻译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3">
            <a:alphaModFix amt="89000"/>
          </a:blip>
          <a:srcRect l="9673" r="9673"/>
          <a:stretch/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工具速览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5065" y="98171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 flipH="1">
            <a:off x="11186795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Shape 3"/>
          <p:cNvSpPr/>
          <p:nvPr/>
        </p:nvSpPr>
        <p:spPr>
          <a:xfrm flipH="1">
            <a:off x="11055350" y="98171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 flipH="1">
            <a:off x="10924540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542215" y="75106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相关插件</a:t>
            </a:r>
            <a:endParaRPr lang="en-US" altLang="zh-CN" sz="3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5" name="Image 2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0" y="5984240"/>
            <a:ext cx="323850" cy="3238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5DBA2E8-D0C7-5F2A-CB76-6F277096BFEF}"/>
              </a:ext>
            </a:extLst>
          </p:cNvPr>
          <p:cNvSpPr txBox="1"/>
          <p:nvPr/>
        </p:nvSpPr>
        <p:spPr>
          <a:xfrm>
            <a:off x="1336915" y="1708982"/>
            <a:ext cx="1058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1.Ai</a:t>
            </a:r>
            <a:r>
              <a:rPr lang="zh-CN" altLang="en-US" sz="2400" dirty="0">
                <a:solidFill>
                  <a:schemeClr val="bg1"/>
                </a:solidFill>
              </a:rPr>
              <a:t>翻译插件</a:t>
            </a:r>
            <a:r>
              <a:rPr lang="en-US" altLang="zh-CN" sz="2400" dirty="0">
                <a:solidFill>
                  <a:schemeClr val="bg1"/>
                </a:solidFill>
              </a:rPr>
              <a:t>			</a:t>
            </a:r>
            <a:r>
              <a:rPr lang="zh-CN" altLang="en-US" sz="2400" dirty="0">
                <a:solidFill>
                  <a:schemeClr val="bg1"/>
                </a:solidFill>
              </a:rPr>
              <a:t>链接：</a:t>
            </a:r>
            <a:r>
              <a:rPr lang="en-US" altLang="zh-CN" sz="2400" dirty="0">
                <a:hlinkClick r:id="rId4"/>
              </a:rPr>
              <a:t>castlepower666/</a:t>
            </a:r>
            <a:r>
              <a:rPr lang="en-US" altLang="zh-CN" sz="2400" dirty="0" err="1">
                <a:hlinkClick r:id="rId4"/>
              </a:rPr>
              <a:t>potplayer</a:t>
            </a:r>
            <a:r>
              <a:rPr lang="en-US" altLang="zh-CN" sz="2400" dirty="0">
                <a:hlinkClick r:id="rId4"/>
              </a:rPr>
              <a:t>-plugin-</a:t>
            </a:r>
            <a:r>
              <a:rPr lang="en-US" altLang="zh-CN" sz="2400" dirty="0" err="1">
                <a:hlinkClick r:id="rId4"/>
              </a:rPr>
              <a:t>aitranslate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8018A6-1454-893D-BF06-DFEC7FEF242F}"/>
              </a:ext>
            </a:extLst>
          </p:cNvPr>
          <p:cNvSpPr txBox="1"/>
          <p:nvPr/>
        </p:nvSpPr>
        <p:spPr>
          <a:xfrm>
            <a:off x="1336915" y="2561195"/>
            <a:ext cx="933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en-US" altLang="zh-CN" sz="2400">
                <a:solidFill>
                  <a:schemeClr val="bg1"/>
                </a:solidFill>
              </a:rPr>
              <a:t>.Whisper</a:t>
            </a:r>
            <a:r>
              <a:rPr lang="zh-CN" altLang="en-US" sz="2400" dirty="0">
                <a:solidFill>
                  <a:schemeClr val="bg1"/>
                </a:solidFill>
              </a:rPr>
              <a:t>语音识别</a:t>
            </a:r>
            <a:r>
              <a:rPr lang="en-US" altLang="zh-CN" sz="2400" dirty="0">
                <a:solidFill>
                  <a:schemeClr val="bg1"/>
                </a:solidFill>
              </a:rPr>
              <a:t>		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689AA8-A8CE-8CBE-6C16-412EFE7FA7C3}"/>
              </a:ext>
            </a:extLst>
          </p:cNvPr>
          <p:cNvSpPr txBox="1"/>
          <p:nvPr/>
        </p:nvSpPr>
        <p:spPr>
          <a:xfrm>
            <a:off x="1336916" y="3356483"/>
            <a:ext cx="1044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3.potplayerB</a:t>
            </a:r>
            <a:r>
              <a:rPr lang="zh-CN" altLang="en-US" sz="2400" dirty="0">
                <a:solidFill>
                  <a:schemeClr val="bg1"/>
                </a:solidFill>
              </a:rPr>
              <a:t>站插件</a:t>
            </a:r>
            <a:r>
              <a:rPr lang="en-US" altLang="zh-CN" sz="2400" dirty="0">
                <a:solidFill>
                  <a:schemeClr val="bg1"/>
                </a:solidFill>
              </a:rPr>
              <a:t>		</a:t>
            </a:r>
            <a:r>
              <a:rPr lang="zh-CN" altLang="en-US" sz="2400" dirty="0">
                <a:solidFill>
                  <a:schemeClr val="bg1"/>
                </a:solidFill>
              </a:rPr>
              <a:t>链接：</a:t>
            </a:r>
            <a:r>
              <a:rPr lang="en-US" altLang="zh-CN" sz="2400" dirty="0">
                <a:hlinkClick r:id="rId5"/>
              </a:rPr>
              <a:t>chen310/</a:t>
            </a:r>
            <a:r>
              <a:rPr lang="en-US" altLang="zh-CN" sz="2400" dirty="0" err="1">
                <a:hlinkClick r:id="rId5"/>
              </a:rPr>
              <a:t>BilibiliPotPlayer</a:t>
            </a:r>
            <a:r>
              <a:rPr lang="en-US" altLang="zh-CN" sz="2400" dirty="0">
                <a:hlinkClick r:id="rId5"/>
              </a:rPr>
              <a:t>: </a:t>
            </a:r>
            <a:r>
              <a:rPr lang="en-US" altLang="zh-CN" sz="2400" dirty="0" err="1">
                <a:hlinkClick r:id="rId5"/>
              </a:rPr>
              <a:t>PotPlayer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3">
            <a:alphaModFix amt="89000"/>
          </a:blip>
          <a:srcRect l="9673" r="9673"/>
          <a:stretch/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外挂字幕翻译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542215" y="71042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外挂字幕翻译</a:t>
            </a:r>
            <a:endParaRPr 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EA870F-0D06-72A3-F451-B8C98BC2C2F6}"/>
              </a:ext>
            </a:extLst>
          </p:cNvPr>
          <p:cNvSpPr txBox="1"/>
          <p:nvPr/>
        </p:nvSpPr>
        <p:spPr>
          <a:xfrm>
            <a:off x="1002686" y="1543605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1.</a:t>
            </a:r>
            <a:r>
              <a:rPr lang="zh-CN" altLang="en-US" sz="2400" dirty="0">
                <a:solidFill>
                  <a:schemeClr val="bg1"/>
                </a:solidFill>
              </a:rPr>
              <a:t>使用插件：</a:t>
            </a:r>
            <a:r>
              <a:rPr lang="en-US" altLang="zh-CN" sz="2400" dirty="0">
                <a:solidFill>
                  <a:schemeClr val="bg1"/>
                </a:solidFill>
              </a:rPr>
              <a:t>ai</a:t>
            </a:r>
            <a:r>
              <a:rPr lang="zh-CN" altLang="en-US" sz="2400" dirty="0">
                <a:solidFill>
                  <a:schemeClr val="bg1"/>
                </a:solidFill>
              </a:rPr>
              <a:t>翻译插件</a:t>
            </a:r>
          </a:p>
        </p:txBody>
      </p:sp>
      <p:pic>
        <p:nvPicPr>
          <p:cNvPr id="6" name="图片 5" descr="图形用户界面, 文本&#10;&#10;AI 生成的内容可能不正确。">
            <a:extLst>
              <a:ext uri="{FF2B5EF4-FFF2-40B4-BE49-F238E27FC236}">
                <a16:creationId xmlns:a16="http://schemas.microsoft.com/office/drawing/2014/main" id="{00BB3EAE-9B64-E908-13F5-809A5FE55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597" y="1653480"/>
            <a:ext cx="6123328" cy="479346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4D309ED-F527-8CEF-8D48-FE57704D38A0}"/>
              </a:ext>
            </a:extLst>
          </p:cNvPr>
          <p:cNvSpPr txBox="1"/>
          <p:nvPr/>
        </p:nvSpPr>
        <p:spPr>
          <a:xfrm>
            <a:off x="1002686" y="2005270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2.</a:t>
            </a:r>
            <a:r>
              <a:rPr lang="zh-CN" altLang="en-US" sz="2400" dirty="0">
                <a:solidFill>
                  <a:schemeClr val="bg1"/>
                </a:solidFill>
              </a:rPr>
              <a:t>插件特点：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616693-8C60-56B9-E1F5-D0B493515C6E}"/>
              </a:ext>
            </a:extLst>
          </p:cNvPr>
          <p:cNvSpPr txBox="1"/>
          <p:nvPr/>
        </p:nvSpPr>
        <p:spPr>
          <a:xfrm>
            <a:off x="1324303" y="2687756"/>
            <a:ext cx="232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a.</a:t>
            </a:r>
            <a:r>
              <a:rPr lang="zh-CN" altLang="en-US" dirty="0">
                <a:solidFill>
                  <a:schemeClr val="bg1"/>
                </a:solidFill>
              </a:rPr>
              <a:t>接入</a:t>
            </a:r>
            <a:r>
              <a:rPr lang="en-US" altLang="zh-CN" dirty="0">
                <a:solidFill>
                  <a:schemeClr val="bg1"/>
                </a:solidFill>
              </a:rPr>
              <a:t>ai</a:t>
            </a:r>
            <a:r>
              <a:rPr lang="zh-CN" altLang="en-US" dirty="0">
                <a:solidFill>
                  <a:schemeClr val="bg1"/>
                </a:solidFill>
              </a:rPr>
              <a:t>大模型翻译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522103-C65D-36EE-320B-320C318F9FF7}"/>
              </a:ext>
            </a:extLst>
          </p:cNvPr>
          <p:cNvSpPr txBox="1"/>
          <p:nvPr/>
        </p:nvSpPr>
        <p:spPr>
          <a:xfrm>
            <a:off x="1368446" y="3429000"/>
            <a:ext cx="223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b.</a:t>
            </a:r>
            <a:r>
              <a:rPr lang="zh-CN" altLang="en-US" dirty="0">
                <a:solidFill>
                  <a:schemeClr val="bg1"/>
                </a:solidFill>
              </a:rPr>
              <a:t>加入上下文机制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0AC353-8C08-07D9-4DC1-9EAB258F1DD2}"/>
              </a:ext>
            </a:extLst>
          </p:cNvPr>
          <p:cNvSpPr txBox="1"/>
          <p:nvPr/>
        </p:nvSpPr>
        <p:spPr>
          <a:xfrm>
            <a:off x="1368446" y="4830872"/>
            <a:ext cx="223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d.</a:t>
            </a:r>
            <a:r>
              <a:rPr lang="zh-CN" altLang="en-US" dirty="0">
                <a:solidFill>
                  <a:schemeClr val="bg1"/>
                </a:solidFill>
              </a:rPr>
              <a:t>文化适配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F59829-C6B0-6B1F-E25C-87F453D4B403}"/>
              </a:ext>
            </a:extLst>
          </p:cNvPr>
          <p:cNvSpPr txBox="1"/>
          <p:nvPr/>
        </p:nvSpPr>
        <p:spPr>
          <a:xfrm>
            <a:off x="1324303" y="4170347"/>
            <a:ext cx="223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c.</a:t>
            </a:r>
            <a:r>
              <a:rPr lang="zh-CN" altLang="en-US" dirty="0">
                <a:solidFill>
                  <a:schemeClr val="bg1"/>
                </a:solidFill>
              </a:rPr>
              <a:t>预制场景提示词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C02B1D-19A1-7EFF-0F92-BD37962AA587}"/>
              </a:ext>
            </a:extLst>
          </p:cNvPr>
          <p:cNvSpPr txBox="1"/>
          <p:nvPr/>
        </p:nvSpPr>
        <p:spPr>
          <a:xfrm>
            <a:off x="1368446" y="5468272"/>
            <a:ext cx="3720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e.</a:t>
            </a:r>
            <a:r>
              <a:rPr lang="zh-CN" altLang="en-US" dirty="0">
                <a:solidFill>
                  <a:schemeClr val="bg1"/>
                </a:solidFill>
              </a:rPr>
              <a:t>自定义提示词（可高度定制化）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4AA13-3EDE-CEEA-953B-95A01471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8F4B26-E3EC-E70B-A197-D943CBEE5103}"/>
              </a:ext>
            </a:extLst>
          </p:cNvPr>
          <p:cNvSpPr txBox="1"/>
          <p:nvPr/>
        </p:nvSpPr>
        <p:spPr>
          <a:xfrm>
            <a:off x="554946" y="635511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3.</a:t>
            </a:r>
            <a:r>
              <a:rPr lang="zh-CN" altLang="en-US" sz="2400" dirty="0">
                <a:solidFill>
                  <a:schemeClr val="bg1"/>
                </a:solidFill>
              </a:rPr>
              <a:t>视频演示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9" name="图片 8" descr="图形用户界面, 文本, 应用程序, 电子邮件&#10;&#10;AI 生成的内容可能不正确。">
            <a:hlinkClick r:id="rId3"/>
            <a:extLst>
              <a:ext uri="{FF2B5EF4-FFF2-40B4-BE49-F238E27FC236}">
                <a16:creationId xmlns:a16="http://schemas.microsoft.com/office/drawing/2014/main" id="{16F433B3-B8C5-FF99-B859-9F7271E49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676" y="1097176"/>
            <a:ext cx="7725264" cy="515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45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C6E94-3C06-0D90-F3B4-C699D4C9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5792E0-7403-9D69-355F-425ED702728E}"/>
              </a:ext>
            </a:extLst>
          </p:cNvPr>
          <p:cNvSpPr txBox="1"/>
          <p:nvPr/>
        </p:nvSpPr>
        <p:spPr>
          <a:xfrm>
            <a:off x="554946" y="635511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4.</a:t>
            </a:r>
            <a:r>
              <a:rPr lang="zh-CN" altLang="en-US" sz="2400" dirty="0">
                <a:solidFill>
                  <a:schemeClr val="bg1"/>
                </a:solidFill>
              </a:rPr>
              <a:t>模型推荐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30472-06AA-7B7D-B08C-5424409BC53C}"/>
              </a:ext>
            </a:extLst>
          </p:cNvPr>
          <p:cNvSpPr txBox="1"/>
          <p:nvPr/>
        </p:nvSpPr>
        <p:spPr>
          <a:xfrm>
            <a:off x="1254935" y="1445433"/>
            <a:ext cx="4597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a.Deepseek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hlinkClick r:id="rId3"/>
              </a:rPr>
              <a:t>DeepSeek </a:t>
            </a:r>
            <a:r>
              <a:rPr lang="zh-CN" altLang="en-US" dirty="0">
                <a:hlinkClick r:id="rId3"/>
              </a:rPr>
              <a:t>开放平台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便宜好用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2640EB-732A-1BCE-876D-654164435489}"/>
              </a:ext>
            </a:extLst>
          </p:cNvPr>
          <p:cNvSpPr txBox="1"/>
          <p:nvPr/>
        </p:nvSpPr>
        <p:spPr>
          <a:xfrm>
            <a:off x="1254934" y="2643609"/>
            <a:ext cx="728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b.</a:t>
            </a:r>
            <a:r>
              <a:rPr lang="zh-CN" altLang="en-US" dirty="0">
                <a:solidFill>
                  <a:schemeClr val="bg1"/>
                </a:solidFill>
              </a:rPr>
              <a:t>硅基流动：</a:t>
            </a:r>
            <a:r>
              <a:rPr lang="en-US" altLang="zh-CN" dirty="0" err="1">
                <a:hlinkClick r:id="rId4"/>
              </a:rPr>
              <a:t>SiliconCloud</a:t>
            </a:r>
            <a:endParaRPr lang="en-US" altLang="zh-CN" dirty="0"/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Qwen/Qwen3-8B</a:t>
            </a:r>
            <a:r>
              <a:rPr lang="zh-CN" altLang="en-US" dirty="0">
                <a:solidFill>
                  <a:schemeClr val="bg1"/>
                </a:solidFill>
              </a:rPr>
              <a:t>模型免费</a:t>
            </a:r>
          </a:p>
        </p:txBody>
      </p:sp>
    </p:spTree>
    <p:extLst>
      <p:ext uri="{BB962C8B-B14F-4D97-AF65-F5344CB8AC3E}">
        <p14:creationId xmlns:p14="http://schemas.microsoft.com/office/powerpoint/2010/main" val="196114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3">
            <a:alphaModFix amt="89000"/>
          </a:blip>
          <a:srcRect l="9673" r="9673"/>
          <a:stretch/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无字幕视频翻译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4"/>
          <p:cNvSpPr/>
          <p:nvPr/>
        </p:nvSpPr>
        <p:spPr>
          <a:xfrm>
            <a:off x="542215" y="75995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Whisper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altLang="zh-CN" sz="1600" dirty="0" err="1">
                <a:hlinkClick r:id="rId3"/>
              </a:rPr>
              <a:t>ggml</a:t>
            </a:r>
            <a:r>
              <a:rPr lang="en-US" altLang="zh-CN" sz="1600" dirty="0">
                <a:hlinkClick r:id="rId3"/>
              </a:rPr>
              <a:t>-org/whisper.cpp: Port of OpenAI's Whisper model in C/C++</a:t>
            </a:r>
            <a:endParaRPr lang="en-US" sz="1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B2E15D-AA14-E9F8-EBCB-CE8B7FC78FAD}"/>
              </a:ext>
            </a:extLst>
          </p:cNvPr>
          <p:cNvSpPr txBox="1"/>
          <p:nvPr/>
        </p:nvSpPr>
        <p:spPr>
          <a:xfrm>
            <a:off x="807190" y="2947386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2.Whisper</a:t>
            </a:r>
            <a:r>
              <a:rPr lang="zh-CN" altLang="en-US" sz="2400" dirty="0">
                <a:solidFill>
                  <a:schemeClr val="bg1"/>
                </a:solidFill>
              </a:rPr>
              <a:t>下载演示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932F1B-9686-3106-426B-1B06B5C57D26}"/>
              </a:ext>
            </a:extLst>
          </p:cNvPr>
          <p:cNvSpPr txBox="1"/>
          <p:nvPr/>
        </p:nvSpPr>
        <p:spPr>
          <a:xfrm>
            <a:off x="807191" y="1588030"/>
            <a:ext cx="9982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1.Whisper</a:t>
            </a:r>
            <a:r>
              <a:rPr lang="zh-CN" altLang="en-US" sz="2400" dirty="0">
                <a:solidFill>
                  <a:schemeClr val="bg1"/>
                </a:solidFill>
              </a:rPr>
              <a:t>功能：将视频语音转字幕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a.</a:t>
            </a:r>
            <a:r>
              <a:rPr lang="zh-CN" altLang="en-US" sz="2400" dirty="0">
                <a:solidFill>
                  <a:schemeClr val="bg1"/>
                </a:solidFill>
              </a:rPr>
              <a:t>一次性生成整个视频的字幕文件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b.</a:t>
            </a:r>
            <a:r>
              <a:rPr lang="zh-CN" altLang="en-US" sz="2400" dirty="0">
                <a:solidFill>
                  <a:schemeClr val="bg1"/>
                </a:solidFill>
              </a:rPr>
              <a:t>实时语音转字幕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C9D5B0-A413-E4B8-0BC3-20032DBF4534}"/>
              </a:ext>
            </a:extLst>
          </p:cNvPr>
          <p:cNvSpPr txBox="1"/>
          <p:nvPr/>
        </p:nvSpPr>
        <p:spPr>
          <a:xfrm>
            <a:off x="807193" y="3778631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3.whisper+ai</a:t>
            </a:r>
            <a:r>
              <a:rPr lang="zh-CN" altLang="en-US" sz="2400" dirty="0">
                <a:solidFill>
                  <a:schemeClr val="bg1"/>
                </a:solidFill>
              </a:rPr>
              <a:t>翻译插件：能够实现翻译无字幕视频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7D9E10-DFDB-775F-E077-B76A0846FB6F}"/>
              </a:ext>
            </a:extLst>
          </p:cNvPr>
          <p:cNvSpPr txBox="1"/>
          <p:nvPr/>
        </p:nvSpPr>
        <p:spPr>
          <a:xfrm>
            <a:off x="807192" y="4549648"/>
            <a:ext cx="9982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4.</a:t>
            </a:r>
            <a:r>
              <a:rPr lang="zh-CN" altLang="en-US" sz="2400" dirty="0">
                <a:solidFill>
                  <a:schemeClr val="bg1"/>
                </a:solidFill>
              </a:rPr>
              <a:t>缺点：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</a:t>
            </a:r>
            <a:r>
              <a:rPr lang="en-US" altLang="zh-CN" sz="2400" dirty="0" err="1">
                <a:solidFill>
                  <a:schemeClr val="bg1"/>
                </a:solidFill>
              </a:rPr>
              <a:t>a.potplayer</a:t>
            </a:r>
            <a:r>
              <a:rPr lang="zh-CN" altLang="en-US" sz="2400" dirty="0">
                <a:solidFill>
                  <a:schemeClr val="bg1"/>
                </a:solidFill>
              </a:rPr>
              <a:t>直接下载</a:t>
            </a:r>
            <a:r>
              <a:rPr lang="en-US" altLang="zh-CN" sz="2400" dirty="0">
                <a:solidFill>
                  <a:schemeClr val="bg1"/>
                </a:solidFill>
              </a:rPr>
              <a:t>whisper</a:t>
            </a:r>
            <a:r>
              <a:rPr lang="zh-CN" altLang="en-US" sz="2400" dirty="0">
                <a:solidFill>
                  <a:schemeClr val="bg1"/>
                </a:solidFill>
              </a:rPr>
              <a:t>需科学上网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b.</a:t>
            </a:r>
            <a:r>
              <a:rPr lang="zh-CN" altLang="en-US" sz="2400" dirty="0">
                <a:solidFill>
                  <a:schemeClr val="bg1"/>
                </a:solidFill>
              </a:rPr>
              <a:t>实时转字幕在加上</a:t>
            </a:r>
            <a:r>
              <a:rPr lang="en-US" altLang="zh-CN" sz="2400" dirty="0">
                <a:solidFill>
                  <a:schemeClr val="bg1"/>
                </a:solidFill>
              </a:rPr>
              <a:t>ai</a:t>
            </a:r>
            <a:r>
              <a:rPr lang="zh-CN" altLang="en-US" sz="2400" dirty="0">
                <a:solidFill>
                  <a:schemeClr val="bg1"/>
                </a:solidFill>
              </a:rPr>
              <a:t>翻译有延迟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</a:t>
            </a:r>
            <a:r>
              <a:rPr lang="en-US" altLang="zh-CN" sz="2400" dirty="0" err="1">
                <a:solidFill>
                  <a:schemeClr val="bg1"/>
                </a:solidFill>
              </a:rPr>
              <a:t>c.whisper</a:t>
            </a:r>
            <a:r>
              <a:rPr lang="zh-CN" altLang="en-US" sz="2400" dirty="0">
                <a:solidFill>
                  <a:schemeClr val="bg1"/>
                </a:solidFill>
              </a:rPr>
              <a:t>语音转的字幕很可能是有错的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d.</a:t>
            </a:r>
            <a:r>
              <a:rPr lang="zh-CN" altLang="en-US" sz="2400" dirty="0">
                <a:solidFill>
                  <a:schemeClr val="bg1"/>
                </a:solidFill>
              </a:rPr>
              <a:t>只能说这两个搭配起来能用，但质量不是很好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CA9D7EC0-B780-C1E2-3364-FCD73F97A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375" y="1593135"/>
            <a:ext cx="3490262" cy="3071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3">
            <a:alphaModFix amt="89000"/>
          </a:blip>
          <a:srcRect l="9673" r="9673"/>
          <a:stretch/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1649" y="3609975"/>
            <a:ext cx="348806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B站生肉视频翻译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5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2215" y="73328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36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Potplayer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播放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站视频</a:t>
            </a:r>
            <a:endParaRPr lang="en-US" altLang="zh-CN" sz="3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EAD4B9-449F-DCBA-2251-A2B36230644F}"/>
              </a:ext>
            </a:extLst>
          </p:cNvPr>
          <p:cNvSpPr txBox="1"/>
          <p:nvPr/>
        </p:nvSpPr>
        <p:spPr>
          <a:xfrm>
            <a:off x="1002686" y="1543605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1. </a:t>
            </a:r>
            <a:r>
              <a:rPr lang="en-US" altLang="zh-CN" sz="2400" dirty="0" err="1">
                <a:solidFill>
                  <a:schemeClr val="bg1"/>
                </a:solidFill>
              </a:rPr>
              <a:t>potplayerB</a:t>
            </a:r>
            <a:r>
              <a:rPr lang="zh-CN" altLang="en-US" sz="2400" dirty="0">
                <a:solidFill>
                  <a:schemeClr val="bg1"/>
                </a:solidFill>
              </a:rPr>
              <a:t>站插件</a:t>
            </a:r>
            <a:r>
              <a:rPr lang="en-US" altLang="zh-CN" sz="2400" dirty="0">
                <a:solidFill>
                  <a:schemeClr val="bg1"/>
                </a:solidFill>
              </a:rPr>
              <a:t>	</a:t>
            </a:r>
            <a:r>
              <a:rPr lang="zh-CN" altLang="en-US" sz="2400" dirty="0">
                <a:solidFill>
                  <a:schemeClr val="bg1"/>
                </a:solidFill>
              </a:rPr>
              <a:t>链接：</a:t>
            </a:r>
            <a:r>
              <a:rPr lang="en-US" altLang="zh-CN" sz="2400" dirty="0">
                <a:hlinkClick r:id="rId3"/>
              </a:rPr>
              <a:t>chen310/</a:t>
            </a:r>
            <a:r>
              <a:rPr lang="en-US" altLang="zh-CN" sz="2400" dirty="0" err="1">
                <a:hlinkClick r:id="rId3"/>
              </a:rPr>
              <a:t>BilibiliPotPlayer</a:t>
            </a:r>
            <a:r>
              <a:rPr lang="en-US" altLang="zh-CN" sz="2400" dirty="0">
                <a:hlinkClick r:id="rId3"/>
              </a:rPr>
              <a:t>: </a:t>
            </a:r>
            <a:r>
              <a:rPr lang="en-US" altLang="zh-CN" sz="2400" dirty="0" err="1">
                <a:hlinkClick r:id="rId3"/>
              </a:rPr>
              <a:t>PotPlayer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894540-8E97-653E-B29C-8A8BE7D233D6}"/>
              </a:ext>
            </a:extLst>
          </p:cNvPr>
          <p:cNvSpPr txBox="1"/>
          <p:nvPr/>
        </p:nvSpPr>
        <p:spPr>
          <a:xfrm>
            <a:off x="1043940" y="2169918"/>
            <a:ext cx="9982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2. </a:t>
            </a:r>
            <a:r>
              <a:rPr lang="zh-CN" altLang="en-US" sz="2400" dirty="0">
                <a:solidFill>
                  <a:schemeClr val="bg1"/>
                </a:solidFill>
              </a:rPr>
              <a:t>插件</a:t>
            </a:r>
            <a:r>
              <a:rPr lang="en-US" altLang="zh-CN" sz="2400" dirty="0">
                <a:solidFill>
                  <a:schemeClr val="bg1"/>
                </a:solidFill>
              </a:rPr>
              <a:t>	</a:t>
            </a:r>
            <a:r>
              <a:rPr lang="zh-CN" altLang="en-US" sz="2400" dirty="0">
                <a:solidFill>
                  <a:schemeClr val="bg1"/>
                </a:solidFill>
              </a:rPr>
              <a:t>功能：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	</a:t>
            </a:r>
            <a:r>
              <a:rPr lang="zh-CN" altLang="en-US" sz="2400" dirty="0">
                <a:solidFill>
                  <a:schemeClr val="bg1"/>
                </a:solidFill>
              </a:rPr>
              <a:t>使</a:t>
            </a:r>
            <a:r>
              <a:rPr lang="en-US" altLang="zh-CN" sz="2400" dirty="0">
                <a:solidFill>
                  <a:schemeClr val="bg1"/>
                </a:solidFill>
              </a:rPr>
              <a:t>b</a:t>
            </a:r>
            <a:r>
              <a:rPr lang="zh-CN" altLang="en-US" sz="2400" dirty="0">
                <a:solidFill>
                  <a:schemeClr val="bg1"/>
                </a:solidFill>
              </a:rPr>
              <a:t>站视频能够在</a:t>
            </a:r>
            <a:r>
              <a:rPr lang="en-US" altLang="zh-CN" sz="2400" dirty="0" err="1">
                <a:solidFill>
                  <a:schemeClr val="bg1"/>
                </a:solidFill>
              </a:rPr>
              <a:t>potplayer</a:t>
            </a:r>
            <a:r>
              <a:rPr lang="zh-CN" altLang="en-US" sz="2400" dirty="0">
                <a:solidFill>
                  <a:schemeClr val="bg1"/>
                </a:solidFill>
              </a:rPr>
              <a:t>上播放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E067F8-9F61-59A6-4627-154D0D23F821}"/>
              </a:ext>
            </a:extLst>
          </p:cNvPr>
          <p:cNvSpPr txBox="1"/>
          <p:nvPr/>
        </p:nvSpPr>
        <p:spPr>
          <a:xfrm>
            <a:off x="1072929" y="3619767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3. </a:t>
            </a:r>
            <a:r>
              <a:rPr lang="zh-CN" altLang="en-US" sz="2400" dirty="0">
                <a:solidFill>
                  <a:schemeClr val="bg1"/>
                </a:solidFill>
              </a:rPr>
              <a:t>三个插件搭配起来能够实现播放并翻译</a:t>
            </a:r>
            <a:r>
              <a:rPr lang="en-US" altLang="zh-CN" sz="2400" dirty="0">
                <a:solidFill>
                  <a:schemeClr val="bg1"/>
                </a:solidFill>
              </a:rPr>
              <a:t>b</a:t>
            </a:r>
            <a:r>
              <a:rPr lang="zh-CN" altLang="en-US" sz="2400" dirty="0">
                <a:solidFill>
                  <a:schemeClr val="bg1"/>
                </a:solidFill>
              </a:rPr>
              <a:t>站无字幕的生肉视频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CBC1F0-FC42-F243-FEDA-DF449C80F0F1}"/>
              </a:ext>
            </a:extLst>
          </p:cNvPr>
          <p:cNvSpPr txBox="1"/>
          <p:nvPr/>
        </p:nvSpPr>
        <p:spPr>
          <a:xfrm>
            <a:off x="1072929" y="4469451"/>
            <a:ext cx="998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4. </a:t>
            </a:r>
            <a:r>
              <a:rPr lang="zh-CN" altLang="en-US" sz="2400" dirty="0">
                <a:solidFill>
                  <a:schemeClr val="bg1"/>
                </a:solidFill>
              </a:rPr>
              <a:t>缺点：只能说这三个搭配起来能用，但质量不是很好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79721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06348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29357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098933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186107" y="629357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138287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26A1427-9650-7342-B02A-E14B75242F85}"/>
              </a:ext>
            </a:extLst>
          </p:cNvPr>
          <p:cNvSpPr/>
          <p:nvPr/>
        </p:nvSpPr>
        <p:spPr>
          <a:xfrm>
            <a:off x="1575642" y="1813117"/>
            <a:ext cx="9040715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如果本次分享对你有帮助，给个一键三连吧！</a:t>
            </a:r>
            <a:endParaRPr lang="en-US" altLang="zh-CN" sz="3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9C24BCC-87A8-F08B-982D-CB4A0C25EFFF}"/>
              </a:ext>
            </a:extLst>
          </p:cNvPr>
          <p:cNvSpPr/>
          <p:nvPr/>
        </p:nvSpPr>
        <p:spPr>
          <a:xfrm>
            <a:off x="1741773" y="2752665"/>
            <a:ext cx="1152368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如果有条件的，希望您能够给这两个项目在</a:t>
            </a:r>
            <a:r>
              <a:rPr lang="en-US" altLang="zh-CN" sz="24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点个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🌟</a:t>
            </a:r>
            <a:endParaRPr lang="en-US" altLang="zh-CN" sz="24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72AF76-72F3-3003-B160-2E0484A25067}"/>
              </a:ext>
            </a:extLst>
          </p:cNvPr>
          <p:cNvSpPr txBox="1"/>
          <p:nvPr/>
        </p:nvSpPr>
        <p:spPr>
          <a:xfrm>
            <a:off x="1336915" y="3418710"/>
            <a:ext cx="1058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1.Ai</a:t>
            </a:r>
            <a:r>
              <a:rPr lang="zh-CN" altLang="en-US" sz="2400" dirty="0">
                <a:solidFill>
                  <a:schemeClr val="bg1"/>
                </a:solidFill>
              </a:rPr>
              <a:t>翻译插件</a:t>
            </a:r>
            <a:r>
              <a:rPr lang="en-US" altLang="zh-CN" sz="2400" dirty="0">
                <a:solidFill>
                  <a:schemeClr val="bg1"/>
                </a:solidFill>
              </a:rPr>
              <a:t>			</a:t>
            </a:r>
            <a:r>
              <a:rPr lang="zh-CN" altLang="en-US" sz="2400" dirty="0">
                <a:solidFill>
                  <a:schemeClr val="bg1"/>
                </a:solidFill>
              </a:rPr>
              <a:t>链接：</a:t>
            </a:r>
            <a:r>
              <a:rPr lang="en-US" altLang="zh-CN" sz="2400" dirty="0">
                <a:hlinkClick r:id="rId3"/>
              </a:rPr>
              <a:t>castlepower666/</a:t>
            </a:r>
            <a:r>
              <a:rPr lang="en-US" altLang="zh-CN" sz="2400" dirty="0" err="1">
                <a:hlinkClick r:id="rId3"/>
              </a:rPr>
              <a:t>potplayer</a:t>
            </a:r>
            <a:r>
              <a:rPr lang="en-US" altLang="zh-CN" sz="2400" dirty="0">
                <a:hlinkClick r:id="rId3"/>
              </a:rPr>
              <a:t>-plugin-</a:t>
            </a:r>
            <a:r>
              <a:rPr lang="en-US" altLang="zh-CN" sz="2400" dirty="0" err="1">
                <a:hlinkClick r:id="rId3"/>
              </a:rPr>
              <a:t>aitranslate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82A9B3-F525-D8A9-01B2-E06CA5E22D11}"/>
              </a:ext>
            </a:extLst>
          </p:cNvPr>
          <p:cNvSpPr txBox="1"/>
          <p:nvPr/>
        </p:nvSpPr>
        <p:spPr>
          <a:xfrm>
            <a:off x="1336915" y="4193610"/>
            <a:ext cx="1044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2.potplayerB</a:t>
            </a:r>
            <a:r>
              <a:rPr lang="zh-CN" altLang="en-US" sz="2400" dirty="0">
                <a:solidFill>
                  <a:schemeClr val="bg1"/>
                </a:solidFill>
              </a:rPr>
              <a:t>站插件</a:t>
            </a:r>
            <a:r>
              <a:rPr lang="en-US" altLang="zh-CN" sz="2400" dirty="0">
                <a:solidFill>
                  <a:schemeClr val="bg1"/>
                </a:solidFill>
              </a:rPr>
              <a:t>		</a:t>
            </a:r>
            <a:r>
              <a:rPr lang="zh-CN" altLang="en-US" sz="2400" dirty="0">
                <a:solidFill>
                  <a:schemeClr val="bg1"/>
                </a:solidFill>
              </a:rPr>
              <a:t>链接：</a:t>
            </a:r>
            <a:r>
              <a:rPr lang="en-US" altLang="zh-CN" sz="2400" dirty="0">
                <a:hlinkClick r:id="rId4"/>
              </a:rPr>
              <a:t>chen310/</a:t>
            </a:r>
            <a:r>
              <a:rPr lang="en-US" altLang="zh-CN" sz="2400" dirty="0" err="1">
                <a:hlinkClick r:id="rId4"/>
              </a:rPr>
              <a:t>BilibiliPotPlayer</a:t>
            </a:r>
            <a:r>
              <a:rPr lang="en-US" altLang="zh-CN" sz="2400" dirty="0">
                <a:hlinkClick r:id="rId4"/>
              </a:rPr>
              <a:t>: </a:t>
            </a:r>
            <a:r>
              <a:rPr lang="en-US" altLang="zh-CN" sz="2400" dirty="0" err="1">
                <a:hlinkClick r:id="rId4"/>
              </a:rPr>
              <a:t>PotPlayer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02D7B-A94F-F592-FA50-F307088E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3E10D285-97CD-013E-F0E0-649F5C9A63B6}"/>
              </a:ext>
            </a:extLst>
          </p:cNvPr>
          <p:cNvSpPr/>
          <p:nvPr/>
        </p:nvSpPr>
        <p:spPr>
          <a:xfrm>
            <a:off x="779721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F3DF645-FB01-B9E5-8650-8128624C68F4}"/>
              </a:ext>
            </a:extLst>
          </p:cNvPr>
          <p:cNvSpPr/>
          <p:nvPr/>
        </p:nvSpPr>
        <p:spPr>
          <a:xfrm>
            <a:off x="867722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D316539-0A70-457A-F3D8-D669D0AFD94F}"/>
              </a:ext>
            </a:extLst>
          </p:cNvPr>
          <p:cNvSpPr/>
          <p:nvPr/>
        </p:nvSpPr>
        <p:spPr>
          <a:xfrm>
            <a:off x="955722" y="606348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5F81A52-BE43-409A-DDCA-3DF3A02AF4F7}"/>
              </a:ext>
            </a:extLst>
          </p:cNvPr>
          <p:cNvSpPr/>
          <p:nvPr/>
        </p:nvSpPr>
        <p:spPr>
          <a:xfrm>
            <a:off x="1043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C2284F0-109E-0059-F384-E02221AA3401}"/>
              </a:ext>
            </a:extLst>
          </p:cNvPr>
          <p:cNvSpPr/>
          <p:nvPr/>
        </p:nvSpPr>
        <p:spPr>
          <a:xfrm>
            <a:off x="1131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332F738-DCA9-EF0C-0B47-EDF1AEAEF0AE}"/>
              </a:ext>
            </a:extLst>
          </p:cNvPr>
          <p:cNvSpPr/>
          <p:nvPr/>
        </p:nvSpPr>
        <p:spPr>
          <a:xfrm>
            <a:off x="10796832" y="629357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2F41C07-A36F-0D00-5B66-68BFDF926CF3}"/>
              </a:ext>
            </a:extLst>
          </p:cNvPr>
          <p:cNvSpPr/>
          <p:nvPr/>
        </p:nvSpPr>
        <p:spPr>
          <a:xfrm>
            <a:off x="1098933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EB28845-C792-45B4-D0E3-9F6420A9349D}"/>
              </a:ext>
            </a:extLst>
          </p:cNvPr>
          <p:cNvSpPr/>
          <p:nvPr/>
        </p:nvSpPr>
        <p:spPr>
          <a:xfrm>
            <a:off x="11186107" y="629357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8FA46FE-F476-E53D-FF03-CFEF8E765D08}"/>
              </a:ext>
            </a:extLst>
          </p:cNvPr>
          <p:cNvSpPr/>
          <p:nvPr/>
        </p:nvSpPr>
        <p:spPr>
          <a:xfrm>
            <a:off x="1138287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B249ED9-3C95-132F-8139-EE65A4FEC090}"/>
              </a:ext>
            </a:extLst>
          </p:cNvPr>
          <p:cNvSpPr/>
          <p:nvPr/>
        </p:nvSpPr>
        <p:spPr>
          <a:xfrm>
            <a:off x="3679429" y="1961231"/>
            <a:ext cx="4493413" cy="21466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9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感谢！</a:t>
            </a:r>
            <a:endParaRPr lang="en-US" altLang="zh-CN" sz="9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0210197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417</Words>
  <Application>Microsoft Office PowerPoint</Application>
  <PresentationFormat>宽屏</PresentationFormat>
  <Paragraphs>76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PotPlayer字幕翻译全攻略</dc:title>
  <dc:subject>PotPlayer字幕翻译全攻略</dc:subject>
  <dc:creator>Kimi</dc:creator>
  <cp:lastModifiedBy>bq C</cp:lastModifiedBy>
  <cp:revision>45</cp:revision>
  <dcterms:created xsi:type="dcterms:W3CDTF">2026-01-29T09:54:15Z</dcterms:created>
  <dcterms:modified xsi:type="dcterms:W3CDTF">2026-01-30T13:14:49Z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tPlayer字幕翻译全攻略","ContentProducer":"001191110108MACG2KBH8F10000","ProduceID":"19c09297-6532-8c2c-8000-0000fc1add80","ReservedCode1":"","ContentPropagator":"001191110108MACG2KBH8F20000","PropagateID":"19c09297-6532-8c2c-8000-0000fc1add80","ReservedCode2":""}</vt:lpwstr>
  </property>
</Properties>
</file>